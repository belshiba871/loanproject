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0" r:id="rId1"/>
  </p:sldMasterIdLst>
  <p:sldIdLst>
    <p:sldId id="258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683" autoAdjust="0"/>
    <p:restoredTop sz="90065" autoAdjust="0"/>
  </p:normalViewPr>
  <p:slideViewPr>
    <p:cSldViewPr snapToGrid="0">
      <p:cViewPr varScale="1">
        <p:scale>
          <a:sx n="74" d="100"/>
          <a:sy n="74" d="100"/>
        </p:scale>
        <p:origin x="29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 /><Relationship Id="rId7" Type="http://schemas.microsoft.com/office/2016/11/relationships/changesInfo" Target="changesInfos/changesInfo1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Relationship Id="rId4" Type="http://schemas.openxmlformats.org/officeDocument/2006/relationships/viewProps" Target="viewProps.xml" 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lshijebakumar1710@gmail.com" userId="f46eb740007c1d2d" providerId="LiveId" clId="{14AB1F92-649D-4977-BC1B-3215535690BF}"/>
    <pc:docChg chg="custSel addSld delSld modSld sldOrd">
      <pc:chgData name="belshijebakumar1710@gmail.com" userId="f46eb740007c1d2d" providerId="LiveId" clId="{14AB1F92-649D-4977-BC1B-3215535690BF}" dt="2026-04-10T05:13:08.607" v="334" actId="14100"/>
      <pc:docMkLst>
        <pc:docMk/>
      </pc:docMkLst>
      <pc:sldChg chg="modSp mod">
        <pc:chgData name="belshijebakumar1710@gmail.com" userId="f46eb740007c1d2d" providerId="LiveId" clId="{14AB1F92-649D-4977-BC1B-3215535690BF}" dt="2026-04-09T18:06:04.940" v="327" actId="5793"/>
        <pc:sldMkLst>
          <pc:docMk/>
          <pc:sldMk cId="0" sldId="256"/>
        </pc:sldMkLst>
        <pc:spChg chg="mod">
          <ac:chgData name="belshijebakumar1710@gmail.com" userId="f46eb740007c1d2d" providerId="LiveId" clId="{14AB1F92-649D-4977-BC1B-3215535690BF}" dt="2026-04-09T18:06:04.940" v="327" actId="5793"/>
          <ac:spMkLst>
            <pc:docMk/>
            <pc:sldMk cId="0" sldId="256"/>
            <ac:spMk id="86" creationId="{00000000-0000-0000-0000-000000000000}"/>
          </ac:spMkLst>
        </pc:spChg>
      </pc:sldChg>
      <pc:sldChg chg="modSp mod ord">
        <pc:chgData name="belshijebakumar1710@gmail.com" userId="f46eb740007c1d2d" providerId="LiveId" clId="{14AB1F92-649D-4977-BC1B-3215535690BF}" dt="2026-04-09T16:26:41.126" v="310" actId="255"/>
        <pc:sldMkLst>
          <pc:docMk/>
          <pc:sldMk cId="0" sldId="261"/>
        </pc:sldMkLst>
        <pc:spChg chg="mod">
          <ac:chgData name="belshijebakumar1710@gmail.com" userId="f46eb740007c1d2d" providerId="LiveId" clId="{14AB1F92-649D-4977-BC1B-3215535690BF}" dt="2026-04-09T16:26:41.126" v="310" actId="255"/>
          <ac:spMkLst>
            <pc:docMk/>
            <pc:sldMk cId="0" sldId="261"/>
            <ac:spMk id="120" creationId="{00000000-0000-0000-0000-000000000000}"/>
          </ac:spMkLst>
        </pc:spChg>
      </pc:sldChg>
      <pc:sldChg chg="addSp delSp modSp mod">
        <pc:chgData name="belshijebakumar1710@gmail.com" userId="f46eb740007c1d2d" providerId="LiveId" clId="{14AB1F92-649D-4977-BC1B-3215535690BF}" dt="2026-04-09T15:35:26.579" v="308" actId="1037"/>
        <pc:sldMkLst>
          <pc:docMk/>
          <pc:sldMk cId="0" sldId="262"/>
        </pc:sldMkLst>
        <pc:spChg chg="mod">
          <ac:chgData name="belshijebakumar1710@gmail.com" userId="f46eb740007c1d2d" providerId="LiveId" clId="{14AB1F92-649D-4977-BC1B-3215535690BF}" dt="2026-04-08T19:48:31.586" v="287" actId="1036"/>
          <ac:spMkLst>
            <pc:docMk/>
            <pc:sldMk cId="0" sldId="262"/>
            <ac:spMk id="126" creationId="{00000000-0000-0000-0000-000000000000}"/>
          </ac:spMkLst>
        </pc:spChg>
        <pc:spChg chg="mod">
          <ac:chgData name="belshijebakumar1710@gmail.com" userId="f46eb740007c1d2d" providerId="LiveId" clId="{14AB1F92-649D-4977-BC1B-3215535690BF}" dt="2026-04-09T15:35:26.579" v="308" actId="1037"/>
          <ac:spMkLst>
            <pc:docMk/>
            <pc:sldMk cId="0" sldId="262"/>
            <ac:spMk id="127" creationId="{00000000-0000-0000-0000-000000000000}"/>
          </ac:spMkLst>
        </pc:spChg>
        <pc:spChg chg="mod">
          <ac:chgData name="belshijebakumar1710@gmail.com" userId="f46eb740007c1d2d" providerId="LiveId" clId="{14AB1F92-649D-4977-BC1B-3215535690BF}" dt="2026-04-08T14:31:21.158" v="169" actId="1076"/>
          <ac:spMkLst>
            <pc:docMk/>
            <pc:sldMk cId="0" sldId="262"/>
            <ac:spMk id="128" creationId="{00000000-0000-0000-0000-000000000000}"/>
          </ac:spMkLst>
        </pc:spChg>
        <pc:spChg chg="mod">
          <ac:chgData name="belshijebakumar1710@gmail.com" userId="f46eb740007c1d2d" providerId="LiveId" clId="{14AB1F92-649D-4977-BC1B-3215535690BF}" dt="2026-04-08T19:46:28" v="270" actId="14100"/>
          <ac:spMkLst>
            <pc:docMk/>
            <pc:sldMk cId="0" sldId="262"/>
            <ac:spMk id="129" creationId="{00000000-0000-0000-0000-000000000000}"/>
          </ac:spMkLst>
        </pc:spChg>
        <pc:graphicFrameChg chg="add mod modGraphic">
          <ac:chgData name="belshijebakumar1710@gmail.com" userId="f46eb740007c1d2d" providerId="LiveId" clId="{14AB1F92-649D-4977-BC1B-3215535690BF}" dt="2026-04-09T15:24:11.153" v="306" actId="1076"/>
          <ac:graphicFrameMkLst>
            <pc:docMk/>
            <pc:sldMk cId="0" sldId="262"/>
            <ac:graphicFrameMk id="5" creationId="{F1EAE1BF-5D0D-4642-6294-A7D305768F42}"/>
          </ac:graphicFrameMkLst>
        </pc:graphicFrameChg>
      </pc:sldChg>
      <pc:sldChg chg="modSp mod">
        <pc:chgData name="belshijebakumar1710@gmail.com" userId="f46eb740007c1d2d" providerId="LiveId" clId="{14AB1F92-649D-4977-BC1B-3215535690BF}" dt="2026-04-08T15:46:06.364" v="215" actId="14100"/>
        <pc:sldMkLst>
          <pc:docMk/>
          <pc:sldMk cId="0" sldId="263"/>
        </pc:sldMkLst>
        <pc:spChg chg="mod">
          <ac:chgData name="belshijebakumar1710@gmail.com" userId="f46eb740007c1d2d" providerId="LiveId" clId="{14AB1F92-649D-4977-BC1B-3215535690BF}" dt="2026-04-08T15:46:06.364" v="215" actId="14100"/>
          <ac:spMkLst>
            <pc:docMk/>
            <pc:sldMk cId="0" sldId="263"/>
            <ac:spMk id="139" creationId="{00000000-0000-0000-0000-000000000000}"/>
          </ac:spMkLst>
        </pc:spChg>
      </pc:sldChg>
      <pc:sldChg chg="addSp delSp modSp mod">
        <pc:chgData name="belshijebakumar1710@gmail.com" userId="f46eb740007c1d2d" providerId="LiveId" clId="{14AB1F92-649D-4977-BC1B-3215535690BF}" dt="2026-04-10T05:13:08.607" v="334" actId="14100"/>
        <pc:sldMkLst>
          <pc:docMk/>
          <pc:sldMk cId="0" sldId="271"/>
        </pc:sldMkLst>
        <pc:spChg chg="add mod">
          <ac:chgData name="belshijebakumar1710@gmail.com" userId="f46eb740007c1d2d" providerId="LiveId" clId="{14AB1F92-649D-4977-BC1B-3215535690BF}" dt="2026-04-09T12:14:13.908" v="293" actId="1076"/>
          <ac:spMkLst>
            <pc:docMk/>
            <pc:sldMk cId="0" sldId="271"/>
            <ac:spMk id="5" creationId="{5885D3E7-900D-9192-875D-1B2832DF9B69}"/>
          </ac:spMkLst>
        </pc:spChg>
        <pc:spChg chg="mod">
          <ac:chgData name="belshijebakumar1710@gmail.com" userId="f46eb740007c1d2d" providerId="LiveId" clId="{14AB1F92-649D-4977-BC1B-3215535690BF}" dt="2026-04-08T15:47:15.353" v="216" actId="20577"/>
          <ac:spMkLst>
            <pc:docMk/>
            <pc:sldMk cId="0" sldId="271"/>
            <ac:spMk id="196" creationId="{00000000-0000-0000-0000-000000000000}"/>
          </ac:spMkLst>
        </pc:spChg>
        <pc:picChg chg="add mod">
          <ac:chgData name="belshijebakumar1710@gmail.com" userId="f46eb740007c1d2d" providerId="LiveId" clId="{14AB1F92-649D-4977-BC1B-3215535690BF}" dt="2026-04-10T05:13:08.607" v="334" actId="14100"/>
          <ac:picMkLst>
            <pc:docMk/>
            <pc:sldMk cId="0" sldId="271"/>
            <ac:picMk id="3" creationId="{1D8F0232-A79E-1CF7-53BB-1E9CB5976D29}"/>
          </ac:picMkLst>
        </pc:picChg>
      </pc:sldChg>
      <pc:sldChg chg="modSp mod">
        <pc:chgData name="belshijebakumar1710@gmail.com" userId="f46eb740007c1d2d" providerId="LiveId" clId="{14AB1F92-649D-4977-BC1B-3215535690BF}" dt="2026-04-08T10:42:35.457" v="6" actId="20577"/>
        <pc:sldMkLst>
          <pc:docMk/>
          <pc:sldMk cId="0" sldId="272"/>
        </pc:sldMkLst>
        <pc:spChg chg="mod">
          <ac:chgData name="belshijebakumar1710@gmail.com" userId="f46eb740007c1d2d" providerId="LiveId" clId="{14AB1F92-649D-4977-BC1B-3215535690BF}" dt="2026-04-08T10:42:35.457" v="6" actId="20577"/>
          <ac:spMkLst>
            <pc:docMk/>
            <pc:sldMk cId="0" sldId="272"/>
            <ac:spMk id="209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1024200" y="585360"/>
            <a:ext cx="9719640" cy="1499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buNone/>
            </a:pP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1024200" y="2286000"/>
            <a:ext cx="971964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6"/>
          </p:nvPr>
        </p:nvSpPr>
        <p:spPr/>
        <p:txBody>
          <a:bodyPr/>
          <a:lstStyle/>
          <a:p>
            <a:fld id="{AB6BDA7C-A9C3-4673-B1B3-5ED6EB7F849E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 /><Relationship Id="rId1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2FAFD"/>
            </a:gs>
            <a:gs pos="74000">
              <a:srgbClr val="97DAF2"/>
            </a:gs>
            <a:gs pos="83000">
              <a:srgbClr val="97DAF2"/>
            </a:gs>
            <a:gs pos="100000">
              <a:srgbClr val="BAE6F6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6" name="Google Shape;95;p13"/>
          <p:cNvCxnSpPr/>
          <p:nvPr/>
        </p:nvCxnSpPr>
        <p:spPr>
          <a:xfrm flipV="1">
            <a:off x="761760" y="826200"/>
            <a:ext cx="360" cy="914760"/>
          </a:xfrm>
          <a:prstGeom prst="straightConnector1">
            <a:avLst/>
          </a:prstGeom>
          <a:ln w="19050">
            <a:solidFill>
              <a:srgbClr val="1CADE4"/>
            </a:solidFill>
            <a:round/>
          </a:ln>
        </p:spPr>
      </p:cxnSp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1024200" y="585360"/>
            <a:ext cx="9719640" cy="1499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>
              <a:buNone/>
            </a:pPr>
            <a:r>
              <a:rPr lang="en-IN" sz="5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78" name="PlaceHolder 2"/>
          <p:cNvSpPr>
            <a:spLocks noGrp="1"/>
          </p:cNvSpPr>
          <p:nvPr>
            <p:ph type="body"/>
          </p:nvPr>
        </p:nvSpPr>
        <p:spPr>
          <a:xfrm>
            <a:off x="1024200" y="2286000"/>
            <a:ext cx="9719640" cy="402300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79" name="PlaceHolder 3"/>
          <p:cNvSpPr>
            <a:spLocks noGrp="1"/>
          </p:cNvSpPr>
          <p:nvPr>
            <p:ph type="dt" idx="34"/>
          </p:nvPr>
        </p:nvSpPr>
        <p:spPr>
          <a:xfrm>
            <a:off x="1024200" y="6470640"/>
            <a:ext cx="2153880" cy="27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80" name="PlaceHolder 4"/>
          <p:cNvSpPr>
            <a:spLocks noGrp="1"/>
          </p:cNvSpPr>
          <p:nvPr>
            <p:ph type="ftr" idx="35"/>
          </p:nvPr>
        </p:nvSpPr>
        <p:spPr>
          <a:xfrm>
            <a:off x="4843080" y="6470640"/>
            <a:ext cx="5901120" cy="27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81" name="PlaceHolder 5"/>
          <p:cNvSpPr>
            <a:spLocks noGrp="1"/>
          </p:cNvSpPr>
          <p:nvPr>
            <p:ph type="sldNum" idx="36"/>
          </p:nvPr>
        </p:nvSpPr>
        <p:spPr>
          <a:xfrm>
            <a:off x="10837440" y="6470640"/>
            <a:ext cx="973440" cy="27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rgbClr val="FEFEFE"/>
                </a:solidFill>
                <a:effectLst/>
                <a:uFillTx/>
                <a:latin typeface="Twentieth Century"/>
                <a:ea typeface="Twentieth Century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fld id="{251710B4-D8ED-4B66-8DB3-7F6EF9D2A068}" type="slidenum">
              <a:rPr lang="en-US" sz="1000" b="0" u="none" strike="noStrike">
                <a:solidFill>
                  <a:srgbClr val="FEFEFE"/>
                </a:solidFill>
                <a:effectLst/>
                <a:uFillTx/>
                <a:latin typeface="Twentieth Century"/>
                <a:ea typeface="Twentieth Century"/>
              </a:rPr>
              <a:t>‹#›</a:t>
            </a:fld>
            <a:endParaRPr lang="en-IN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126;p17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Google Shape;127;p17"/>
          <p:cNvSpPr/>
          <p:nvPr/>
        </p:nvSpPr>
        <p:spPr>
          <a:xfrm>
            <a:off x="2772720" y="484560"/>
            <a:ext cx="8947800" cy="5880600"/>
          </a:xfrm>
          <a:prstGeom prst="rect">
            <a:avLst/>
          </a:prstGeom>
          <a:solidFill>
            <a:srgbClr val="40404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3207240" y="788400"/>
            <a:ext cx="8185320" cy="1499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IN" sz="5400" dirty="0">
                <a:solidFill>
                  <a:schemeClr val="bg1"/>
                </a:solidFill>
              </a:rPr>
              <a:t>Problem Statement</a:t>
            </a:r>
            <a:endParaRPr lang="en-IN" sz="5000" b="0" u="none" strike="noStrike" dirty="0">
              <a:solidFill>
                <a:schemeClr val="bg1"/>
              </a:solidFill>
              <a:effectLst/>
              <a:uFillTx/>
              <a:latin typeface="Arial"/>
            </a:endParaRPr>
          </a:p>
        </p:txBody>
      </p:sp>
      <p:sp>
        <p:nvSpPr>
          <p:cNvPr id="99" name="Google Shape;129;p17"/>
          <p:cNvSpPr/>
          <p:nvPr/>
        </p:nvSpPr>
        <p:spPr>
          <a:xfrm>
            <a:off x="475200" y="484560"/>
            <a:ext cx="2128680" cy="588060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00" name="Google Shape;130;p17"/>
          <p:cNvCxnSpPr/>
          <p:nvPr/>
        </p:nvCxnSpPr>
        <p:spPr>
          <a:xfrm flipV="1">
            <a:off x="3206880" y="1029240"/>
            <a:ext cx="360" cy="914760"/>
          </a:xfrm>
          <a:prstGeom prst="straightConnector1">
            <a:avLst/>
          </a:prstGeom>
          <a:ln w="19050">
            <a:solidFill>
              <a:schemeClr val="accent1">
                <a:alpha val="80000"/>
              </a:schemeClr>
            </a:solidFill>
            <a:round/>
          </a:ln>
        </p:spPr>
      </p:cxn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3120120" y="2166120"/>
            <a:ext cx="6968400" cy="366264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t">
            <a:normAutofit lnSpcReduction="9999"/>
          </a:bodyPr>
          <a:lstStyle/>
          <a:p>
            <a:pPr>
              <a:spcBef>
                <a:spcPts val="1199"/>
              </a:spcBef>
              <a:spcAft>
                <a:spcPts val="201"/>
              </a:spcAft>
              <a:tabLst>
                <a:tab pos="0" algn="l"/>
              </a:tabLst>
            </a:pPr>
            <a:r>
              <a:rPr lang="en-US" sz="3600" dirty="0">
                <a:solidFill>
                  <a:schemeClr val="bg1">
                    <a:lumMod val="95000"/>
                  </a:schemeClr>
                </a:solidFill>
                <a:latin typeface="+mn-lt"/>
              </a:rPr>
              <a:t>• Manual loan verification is time-consuming</a:t>
            </a:r>
            <a:br>
              <a:rPr lang="en-US" sz="3600" dirty="0">
                <a:solidFill>
                  <a:schemeClr val="bg1">
                    <a:lumMod val="95000"/>
                  </a:schemeClr>
                </a:solidFill>
                <a:latin typeface="+mn-lt"/>
              </a:rPr>
            </a:br>
            <a:r>
              <a:rPr lang="en-US" sz="3600" dirty="0">
                <a:solidFill>
                  <a:schemeClr val="bg1">
                    <a:lumMod val="95000"/>
                  </a:schemeClr>
                </a:solidFill>
                <a:latin typeface="+mn-lt"/>
              </a:rPr>
              <a:t>• Errors in eligibility assessment</a:t>
            </a:r>
            <a:br>
              <a:rPr lang="en-US" sz="3600" dirty="0">
                <a:solidFill>
                  <a:schemeClr val="bg1">
                    <a:lumMod val="95000"/>
                  </a:schemeClr>
                </a:solidFill>
                <a:latin typeface="+mn-lt"/>
              </a:rPr>
            </a:br>
            <a:r>
              <a:rPr lang="en-US" sz="3600" dirty="0">
                <a:solidFill>
                  <a:schemeClr val="bg1">
                    <a:lumMod val="95000"/>
                  </a:schemeClr>
                </a:solidFill>
                <a:latin typeface="+mn-lt"/>
              </a:rPr>
              <a:t>• Difficulty in tracking EMI payments</a:t>
            </a:r>
            <a:br>
              <a:rPr lang="en-US" sz="3600" dirty="0">
                <a:solidFill>
                  <a:schemeClr val="bg1">
                    <a:lumMod val="95000"/>
                  </a:schemeClr>
                </a:solidFill>
                <a:latin typeface="+mn-lt"/>
              </a:rPr>
            </a:br>
            <a:r>
              <a:rPr lang="en-US" sz="3600" dirty="0">
                <a:solidFill>
                  <a:schemeClr val="bg1">
                    <a:lumMod val="95000"/>
                  </a:schemeClr>
                </a:solidFill>
                <a:latin typeface="+mn-lt"/>
              </a:rPr>
              <a:t>• Lack of real-time updates for users</a:t>
            </a:r>
            <a:br>
              <a:rPr lang="en-US" sz="3600" dirty="0">
                <a:solidFill>
                  <a:schemeClr val="bg1">
                    <a:lumMod val="95000"/>
                  </a:schemeClr>
                </a:solidFill>
                <a:latin typeface="+mn-lt"/>
              </a:rPr>
            </a:br>
            <a:r>
              <a:rPr lang="en-US" sz="3600" dirty="0">
                <a:solidFill>
                  <a:schemeClr val="bg1">
                    <a:lumMod val="95000"/>
                  </a:schemeClr>
                </a:solidFill>
                <a:latin typeface="+mn-lt"/>
              </a:rPr>
              <a:t>• Poor record management</a:t>
            </a:r>
          </a:p>
          <a:p>
            <a:pPr>
              <a:spcBef>
                <a:spcPts val="1199"/>
              </a:spcBef>
              <a:spcAft>
                <a:spcPts val="201"/>
              </a:spcAft>
              <a:tabLst>
                <a:tab pos="0" algn="l"/>
              </a:tabLst>
            </a:pPr>
            <a:endParaRPr lang="en-US" sz="2800" dirty="0"/>
          </a:p>
        </p:txBody>
      </p:sp>
      <p:pic>
        <p:nvPicPr>
          <p:cNvPr id="102" name="Google Shape;132;p17" descr="A blue and red logo&#10;&#10;AI-generated content may be incorrect."/>
          <p:cNvPicPr/>
          <p:nvPr/>
        </p:nvPicPr>
        <p:blipFill>
          <a:blip r:embed="rId2"/>
          <a:stretch/>
        </p:blipFill>
        <p:spPr>
          <a:xfrm>
            <a:off x="566280" y="654840"/>
            <a:ext cx="1877760" cy="469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3" name="Google Shape;133;p17"/>
          <p:cNvSpPr/>
          <p:nvPr/>
        </p:nvSpPr>
        <p:spPr>
          <a:xfrm>
            <a:off x="566280" y="590040"/>
            <a:ext cx="1877760" cy="561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US" sz="2000" dirty="0">
                <a:solidFill>
                  <a:srgbClr val="FFFFFF"/>
                </a:solidFill>
                <a:latin typeface="Twentieth Century"/>
                <a:ea typeface="Twentieth Century"/>
              </a:rPr>
              <a:t>JAVA</a:t>
            </a:r>
            <a:r>
              <a:rPr lang="en-US" sz="2000" b="0" u="none" strike="noStrike" dirty="0">
                <a:solidFill>
                  <a:srgbClr val="FFFFFF"/>
                </a:solidFill>
                <a:effectLst/>
                <a:uFillTx/>
                <a:latin typeface="Twentieth Century"/>
                <a:ea typeface="Twentieth Century"/>
              </a:rPr>
              <a:t> PROGRAMMING PROJECT PRESENTATION</a:t>
            </a:r>
            <a:endParaRPr lang="en-IN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ntegral">
  <a:themeElements>
    <a:clrScheme name="Integral">
      <a:dk1>
        <a:srgbClr val="000000"/>
      </a:dk1>
      <a:lt1>
        <a:srgbClr val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3686</TotalTime>
  <Words>493</Words>
  <Application>Microsoft Office PowerPoint</Application>
  <PresentationFormat>Widescreen</PresentationFormat>
  <Paragraphs>79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Integral</vt:lpstr>
      <vt:lpstr>Problem Statement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Problem Statement</dc:title>
  <dc:subject/>
  <dc:creator/>
  <dc:description/>
  <cp:lastModifiedBy>Guest User</cp:lastModifiedBy>
  <cp:revision>3</cp:revision>
  <dcterms:modified xsi:type="dcterms:W3CDTF">2026-04-13T09:07:56Z</dcterms:modified>
  <dc:language>en-IN</dc:language>
</cp:coreProperties>
</file>